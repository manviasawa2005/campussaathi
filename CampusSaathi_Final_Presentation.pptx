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cbd030a-16bc-016f-0842-b3bdef29d361}">
          <p14:sldIdLst>
            <p14:sldId id="256"/>
            <p14:sldId id="257"/>
          </p14:sldIdLst>
        </p14:section>
        <p14:section name="The Portals" id="{9f5ae53e-0c35-575a-031b-3945aa08739b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Wrap Up" id="{706b2c34-79e4-333b-bffe-a4d9073fd4a6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CampusSaathi  |  Final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">
    <p:bg>
      <p:bgPr>
        <a:solidFill>
          <a:srgbClr val="FF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CampusSaathi  |  Final Project</a:t>
            </a:r>
            <a:endParaRPr lang="en-US" sz="10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FINAL PROJECT PRESENTATION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CampusSaathi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Your Campus, Connected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unified campus portal for academic updates, announcements, complaints and student support.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Team: Manvi, Mausam, Nikita Rathore, Kusum, Nikita</a:t>
            </a:r>
            <a:endParaRPr lang="en-US" sz="1200" dirty="0"/>
          </a:p>
        </p:txBody>
      </p:sp>
      <p:sp>
        <p:nvSpPr>
          <p:cNvPr id="7" name="frame1"/>
          <p:cNvSpPr/>
          <p:nvPr/>
        </p:nvSpPr>
        <p:spPr>
          <a:xfrm>
            <a:off x="5431536" y="1499616"/>
            <a:ext cx="3310128" cy="1665923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pic>
        <p:nvPicPr>
          <p:cNvPr id="8" name="screenshot1" descr="CampusSaathi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54480"/>
            <a:ext cx="3200400" cy="1556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Problem Statement and Our Solution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Scattered updates: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students look in many places for announcements, assignments and college information.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Different roles: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students, teachers, HODs, club leaders and administrators all need different actions.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Communication gaps: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notices and complaints have no clear route between campus stakeholders.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Our solution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459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One entry point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for all campus services.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Separate dashboards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for each role.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Easy access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to announcements and academic information.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Assignment and complaint workflows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where available.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A campus assistant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for quick questions.</a:t>
            </a:r>
            <a:endParaRPr lang="en-US" sz="1300" dirty="0"/>
          </a:p>
        </p:txBody>
      </p:sp>
      <p:sp>
        <p:nvSpPr>
          <p:cNvPr id="7" name="goal bar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Goal: bring key campus interactions together in one role-based web portal.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Homepage: CampusSaathi at a Glance</a:t>
            </a:r>
            <a:endParaRPr lang="en-US" sz="2400" dirty="0"/>
          </a:p>
        </p:txBody>
      </p:sp>
      <p:sp>
        <p:nvSpPr>
          <p:cNvPr id="3" name="frame1"/>
          <p:cNvSpPr/>
          <p:nvPr/>
        </p:nvSpPr>
        <p:spPr>
          <a:xfrm>
            <a:off x="448056" y="1271016"/>
            <a:ext cx="5321808" cy="264410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pic>
        <p:nvPicPr>
          <p:cNvPr id="4" name="screenshot1" descr="CampusSaathi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5212080" cy="25343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99741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Actual screenshot of the CampusSaathi homepage.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What the homepage offers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64592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Campus identity: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brand and name at the top.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Sign-in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entry point for all users.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Explore Your Portal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button leads to role selection.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Ask CampusSaathi: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a built-in assistant for quick help.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A short value statement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explains the idea at once.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Role Selection: Separate Portals</a:t>
            </a:r>
            <a:endParaRPr lang="en-US" sz="2400" dirty="0"/>
          </a:p>
        </p:txBody>
      </p:sp>
      <p:sp>
        <p:nvSpPr>
          <p:cNvPr id="3" name="frame2"/>
          <p:cNvSpPr/>
          <p:nvPr/>
        </p:nvSpPr>
        <p:spPr>
          <a:xfrm>
            <a:off x="448056" y="1271016"/>
            <a:ext cx="5321808" cy="2627814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pic>
        <p:nvPicPr>
          <p:cNvPr id="4" name="screenshot2" descr="CampusSaathi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5212080" cy="25180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98112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Every user picks the portal built for their role.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Five portals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64592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Student: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assignments, marks and complaints.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Teacher: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classes, assignments and notices.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HOD: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department announcements and complaint review.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Club Leader: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club announcements and issues.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Administrator: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opens from a separate screen.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Modules 1-2: HOD and Teacher</a:t>
            </a:r>
            <a:endParaRPr lang="en-US" sz="2400" dirty="0"/>
          </a:p>
        </p:txBody>
      </p:sp>
      <p:sp>
        <p:nvSpPr>
          <p:cNvPr id="3" name="frame4"/>
          <p:cNvSpPr/>
          <p:nvPr/>
        </p:nvSpPr>
        <p:spPr>
          <a:xfrm>
            <a:off x="448056" y="1225296"/>
            <a:ext cx="4041648" cy="200687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pic>
        <p:nvPicPr>
          <p:cNvPr id="4" name="screenshot4" descr="CampusSaathi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3931920" cy="18971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31447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HOD Portal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634511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Announcements: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manage department notices.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Complaints: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review those from teachers and club leaders.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College information: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open it from the dashboard.</a:t>
            </a:r>
            <a:endParaRPr lang="en-US" sz="1200" dirty="0"/>
          </a:p>
        </p:txBody>
      </p:sp>
      <p:sp>
        <p:nvSpPr>
          <p:cNvPr id="7" name="frame5"/>
          <p:cNvSpPr/>
          <p:nvPr/>
        </p:nvSpPr>
        <p:spPr>
          <a:xfrm>
            <a:off x="4654296" y="1225296"/>
            <a:ext cx="4041648" cy="201425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pic>
        <p:nvPicPr>
          <p:cNvPr id="8" name="screenshot5" descr="CampusSaathi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80160"/>
            <a:ext cx="3931920" cy="19045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09160" y="33218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Teacher Portal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3641884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My Classes: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schedules, subjects and batches.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Assignments: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manage submissions and marks.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Complaints: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view student complaints.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Announcements: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publish and view HOD notices.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Modules 3-4: Student and Club Leader</a:t>
            </a:r>
            <a:endParaRPr lang="en-US" sz="2400" dirty="0"/>
          </a:p>
        </p:txBody>
      </p:sp>
      <p:sp>
        <p:nvSpPr>
          <p:cNvPr id="3" name="frame6"/>
          <p:cNvSpPr/>
          <p:nvPr/>
        </p:nvSpPr>
        <p:spPr>
          <a:xfrm>
            <a:off x="448056" y="1225296"/>
            <a:ext cx="4041648" cy="2009337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pic>
        <p:nvPicPr>
          <p:cNvPr id="4" name="screenshot6" descr="CampusSaathi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3931920" cy="189960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31692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Student Portal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636969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Assignments: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see work and submission status.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Marks: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view marks given by teachers.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Complaints: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submit academic or college issues.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Updates: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read announcements and college info.</a:t>
            </a:r>
            <a:endParaRPr lang="en-US" sz="1200" dirty="0"/>
          </a:p>
        </p:txBody>
      </p:sp>
      <p:sp>
        <p:nvSpPr>
          <p:cNvPr id="7" name="frame7"/>
          <p:cNvSpPr/>
          <p:nvPr/>
        </p:nvSpPr>
        <p:spPr>
          <a:xfrm>
            <a:off x="4654296" y="1225296"/>
            <a:ext cx="4041648" cy="2063401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pic>
        <p:nvPicPr>
          <p:cNvPr id="8" name="screenshot7" descr="CampusSaathi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80160"/>
            <a:ext cx="3931920" cy="195367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09160" y="337099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Club Leader Portal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3691033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Announcements: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view updates meant for club leaders.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Issues: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submit club or college related problems.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Status: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complaint form is marked To Be Connected.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Module 5: Administrator Portal</a:t>
            </a:r>
            <a:endParaRPr lang="en-US" sz="2400" dirty="0"/>
          </a:p>
        </p:txBody>
      </p:sp>
      <p:sp>
        <p:nvSpPr>
          <p:cNvPr id="3" name="frame8"/>
          <p:cNvSpPr/>
          <p:nvPr/>
        </p:nvSpPr>
        <p:spPr>
          <a:xfrm>
            <a:off x="448056" y="1271016"/>
            <a:ext cx="5321808" cy="264735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pic>
        <p:nvPicPr>
          <p:cNvPr id="4" name="screenshot8" descr="CampusSaathi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5212080" cy="253763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4000671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Account management screen for the administrator.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Control for the whole campus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78308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Create accounts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for HODs, teachers, students and club leaders.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View accounts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already registered.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Manage status: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keep accounts active or inactive.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Role-based access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so each user sees the right portal.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Campus Assistant: Ask CampusSaathi</a:t>
            </a:r>
            <a:endParaRPr lang="en-US" sz="2400" dirty="0"/>
          </a:p>
        </p:txBody>
      </p:sp>
      <p:sp>
        <p:nvSpPr>
          <p:cNvPr id="3" name="frame3"/>
          <p:cNvSpPr/>
          <p:nvPr/>
        </p:nvSpPr>
        <p:spPr>
          <a:xfrm>
            <a:off x="448056" y="1271016"/>
            <a:ext cx="5321808" cy="262129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pic>
        <p:nvPicPr>
          <p:cNvPr id="4" name="screenshot3" descr="CampusSaathi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5212080" cy="251157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974611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Quick prompts make the assistant easy to start.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Ask about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64592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Placement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preparation.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Interview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preparation.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Assignment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guidelines.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College events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and activities.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Attendance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guidelines.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Status and Future Scope</a:t>
            </a:r>
            <a:endParaRPr lang="en-US" sz="2400" dirty="0"/>
          </a:p>
        </p:txBody>
      </p:sp>
      <p:sp>
        <p:nvSpPr>
          <p:cNvPr id="3" name="head0"/>
          <p:cNvSpPr/>
          <p:nvPr/>
        </p:nvSpPr>
        <p:spPr>
          <a:xfrm>
            <a:off x="457200" y="1325880"/>
            <a:ext cx="2560320" cy="4114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Working now</a:t>
            </a:r>
            <a:endParaRPr lang="en-US" sz="1500" dirty="0"/>
          </a:p>
        </p:txBody>
      </p:sp>
      <p:sp>
        <p:nvSpPr>
          <p:cNvPr id="5" name="body0"/>
          <p:cNvSpPr/>
          <p:nvPr/>
        </p:nvSpPr>
        <p:spPr>
          <a:xfrm>
            <a:off x="457200" y="1737360"/>
            <a:ext cx="2560320" cy="24688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745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Student assignments, complaints and announcements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Teacher classes, assignments and notices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HOD and club leader announcements</a:t>
            </a:r>
            <a:endParaRPr lang="en-US" sz="1400" dirty="0"/>
          </a:p>
        </p:txBody>
      </p:sp>
      <p:sp>
        <p:nvSpPr>
          <p:cNvPr id="7" name="head1"/>
          <p:cNvSpPr/>
          <p:nvPr/>
        </p:nvSpPr>
        <p:spPr>
          <a:xfrm>
            <a:off x="3291840" y="1325880"/>
            <a:ext cx="2560320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Still pending</a:t>
            </a:r>
            <a:endParaRPr lang="en-US" sz="1500" dirty="0"/>
          </a:p>
        </p:txBody>
      </p:sp>
      <p:sp>
        <p:nvSpPr>
          <p:cNvPr id="9" name="body1"/>
          <p:cNvSpPr/>
          <p:nvPr/>
        </p:nvSpPr>
        <p:spPr>
          <a:xfrm>
            <a:off x="3291840" y="1737360"/>
            <a:ext cx="2560320" cy="24688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8745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Club Leader complaint form is marked To Be Connected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Assistant answers need live validation</a:t>
            </a:r>
            <a:endParaRPr lang="en-US" sz="1400" dirty="0"/>
          </a:p>
        </p:txBody>
      </p:sp>
      <p:sp>
        <p:nvSpPr>
          <p:cNvPr id="11" name="head2"/>
          <p:cNvSpPr/>
          <p:nvPr/>
        </p:nvSpPr>
        <p:spPr>
          <a:xfrm>
            <a:off x="6126480" y="1325880"/>
            <a:ext cx="2560320" cy="4114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13" name="body2"/>
          <p:cNvSpPr/>
          <p:nvPr/>
        </p:nvSpPr>
        <p:spPr>
          <a:xfrm>
            <a:off x="6126480" y="1737360"/>
            <a:ext cx="2560320" cy="24688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8745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Notifications and searchable announcements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Stronger validation, access checks and logs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smarter assistant with feedback handling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Questions and Answers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CampusSaathi: one campus, connected services.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Team: Manvi, Mausam, Nikita Rathore, Kusum, Nikita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Saathi">
  <a:themeElements>
    <a:clrScheme name="CampusSaathi">
      <a:dk1>
        <a:srgbClr val="2B2D42"/>
      </a:dk1>
      <a:lt1>
        <a:srgbClr val="FFFFFF"/>
      </a:lt1>
      <a:dk2>
        <a:srgbClr val="1F6F78"/>
      </a:dk2>
      <a:lt2>
        <a:srgbClr val="FFF6E5"/>
      </a:lt2>
      <a:accent1>
        <a:srgbClr val="F28C28"/>
      </a:accent1>
      <a:accent2>
        <a:srgbClr val="1F8A8A"/>
      </a:accent2>
      <a:accent3>
        <a:srgbClr val="F6C445"/>
      </a:accent3>
      <a:accent4>
        <a:srgbClr val="E85D75"/>
      </a:accent4>
      <a:accent5>
        <a:srgbClr val="5B8DEF"/>
      </a:accent5>
      <a:accent6>
        <a:srgbClr val="6DB36F"/>
      </a:accent6>
      <a:hlink>
        <a:srgbClr val="1F6F78"/>
      </a:hlink>
      <a:folHlink>
        <a:srgbClr val="5B6577"/>
      </a:folHlink>
    </a:clrScheme>
    <a:fontScheme name="CampusSaathi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CampusSaathi - Final Project</dc:title>
  <dc:subject>PptxGenJS Presentation</dc:subject>
  <dc:creator>PptxGenJS</dc:creator>
  <cp:lastModifiedBy>PptxGenJS</cp:lastModifiedBy>
  <cp:revision>1</cp:revision>
  <dcterms:created xsi:type="dcterms:W3CDTF">2026-10-13T15:59:39Z</dcterms:created>
  <dcterms:modified xsi:type="dcterms:W3CDTF">2026-10-13T15:59:39Z</dcterms:modified>
</cp:coreProperties>
</file>